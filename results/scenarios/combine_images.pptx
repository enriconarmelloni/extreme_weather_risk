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974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D37E-4408-8151-B677-FE450C45D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49562-2237-B666-55E2-BA8929039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203F8-4665-08FD-DA10-C8271494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2970D-B79E-23E1-420B-EA98DABA0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61B87-4D98-AA3B-3271-B194EF2D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189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C14E5-8C50-A6A3-687F-39A6EE5C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D619-819A-03BF-AA4A-DD27C3233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CE12D-164B-23B0-C416-0219BFDE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A8366-7A4C-B907-E7C4-E32DB74B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0EE1-BF38-59C3-8076-2B5D5DED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983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EA02-869D-0F65-4CF0-F92EDB32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CF6D1-2208-3280-3FD4-59CCA713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3A6A8-9B4E-BCF9-688D-F6977A00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8E230-028D-8B5A-238A-51BCFC70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A48F-3BE7-C207-8767-F971A558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362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F382B-C852-4E6E-6DB1-022AB373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8B354-F4FE-F6E1-47BC-957EE076D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4DCFD-819F-6657-DB9B-B6FE007F9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02B5C-D0ED-3EBC-71D2-95F998A6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13058-155E-8156-8C43-48190706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2D73D-D65C-14E3-F8B2-9CD44507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5591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7BE8-E27D-4978-BF30-ABDFB3BD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5C4EA-2907-D446-24A3-BC2095038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D38E9-91F8-F1DA-011A-21C56FC41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18779-9C6F-70CA-3D78-A4963E97D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963ACB-C5A4-7DA5-B424-400ACE3FD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9AB9A-D098-375B-F4D3-5314344F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F8201-381B-8D2F-14A6-D43AB7CC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03AB7-74EF-1941-6B9B-B0B67255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523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2772-1C12-6487-C7CE-862A620C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CE4BE-3EE4-E5C5-96F5-FA8D8693F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E80CB-031D-EBAC-33E2-B8E56016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A6CF8-20E1-4AF5-C1D0-B35F0B58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505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C1781-C311-68A8-5683-2AB3F3E2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3FAB0-1B69-63F3-ED3C-FA821884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8BD95-80CA-8AFE-BD22-53170F0E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562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A216-2BAC-5289-5E24-A0D95C36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086E-DA41-A460-0DFE-ADD293E08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1A19F-1A46-2793-0DA6-F11834866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4F399-DCB3-896D-43A6-54528753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6ECCB-65EF-E42B-6D58-B605DA1B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778BA-646D-E89A-63AC-BE664192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361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6B27-6B14-9727-F093-0A5093AD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4A3DF-D26E-AED2-7A6A-3EE91402F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49A00-BA0B-C7DA-B2ED-A73A5FADB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75348-03C9-08C3-0087-0AC1E1EE8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34C97-0AD5-E8B0-A066-5A10FEA7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FBE7D-2F42-80D4-882E-A92599DF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17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C676-6E68-47FB-D9F9-88C71D69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D11BA-1291-4EA6-F86C-36A3F2A3F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49FC9-AF6D-B5CD-562F-2C444265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32862-9816-3F3F-9E22-99E4AB31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A040-507F-21AC-319E-7D954FAA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8136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7B443D-2285-55BC-A47B-5D61746D8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D8927-2310-17D8-B65E-397EB0580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D507-9044-5D13-E8BF-CA476C3C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FEEB7-19CD-CC62-50FB-C9EBAE7A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85F2-DDBB-7788-9F01-E705F547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421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DDDC3-B473-E0F5-56B3-DEDD70DD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9439B-F3D8-4310-6B21-4E75F0489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157BE-5E45-2C9D-95F1-113A528F5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B43EF-35D3-4F8A-8F03-F73A273CCD29}" type="datetimeFigureOut">
              <a:rPr lang="sv-SE" smtClean="0"/>
              <a:t>2026-03-27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40A24-54FF-04EF-C3D3-493C773CA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2A939-9349-D176-2011-B073BBB93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DE114-7074-4E75-9977-775E2E8E1AA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2072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59EE-0740-F191-A0D9-7FFC10787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95103-7742-2417-8976-4CC79D2A5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963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93533F-7D8A-250C-22FF-8F7B9DE48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79" y="871249"/>
            <a:ext cx="7558446" cy="4319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98B0DD-9D4F-68D7-C0DE-2617A8C69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183" y="1269183"/>
            <a:ext cx="4319634" cy="4319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03B0D5-B72B-F042-58C0-071FA723F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974" y="-143933"/>
            <a:ext cx="4114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94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9A833B-A5F2-E8F7-E57A-4AF84F58D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74" y="-2078450"/>
            <a:ext cx="8981268" cy="46821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D2E8B1-C2F1-1B04-61B6-0A5363965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469" y="3051489"/>
            <a:ext cx="8727673" cy="43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8B062D-AC76-8F57-E521-D88EBEF70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453" y="470629"/>
            <a:ext cx="2992159" cy="2992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B37CDF-66B3-90A6-1CF8-E9A830F2F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698" y="3625553"/>
            <a:ext cx="3783899" cy="2846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AC6C77-85C8-16EC-7C74-D3AC99D046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62" b="53157"/>
          <a:stretch>
            <a:fillRect/>
          </a:stretch>
        </p:blipFill>
        <p:spPr>
          <a:xfrm>
            <a:off x="-544956" y="6403930"/>
            <a:ext cx="5870490" cy="6099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F811DE-A99C-2A55-E1FE-7C6877040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2" t="88359" r="62303" b="538"/>
          <a:stretch>
            <a:fillRect/>
          </a:stretch>
        </p:blipFill>
        <p:spPr>
          <a:xfrm>
            <a:off x="8519584" y="1876537"/>
            <a:ext cx="550333" cy="3725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D1F626-20B3-B997-E959-8ABBBFEDC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0" t="88359" r="11971" b="1072"/>
          <a:stretch>
            <a:fillRect/>
          </a:stretch>
        </p:blipFill>
        <p:spPr>
          <a:xfrm>
            <a:off x="7128934" y="2659732"/>
            <a:ext cx="660636" cy="325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73FAEC-47CB-22D4-3FC4-C94AAF08D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57" r="42048" b="19382"/>
          <a:stretch>
            <a:fillRect/>
          </a:stretch>
        </p:blipFill>
        <p:spPr>
          <a:xfrm>
            <a:off x="1055665" y="3559829"/>
            <a:ext cx="3402033" cy="968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4D87CE-9E3C-8858-D423-9018304BB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21" t="88359" r="23749" b="1215"/>
          <a:stretch>
            <a:fillRect/>
          </a:stretch>
        </p:blipFill>
        <p:spPr>
          <a:xfrm>
            <a:off x="7067973" y="2911073"/>
            <a:ext cx="1037166" cy="321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AD516-BB85-A425-EB12-1972D8E02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6" t="88359" r="42544" b="538"/>
          <a:stretch>
            <a:fillRect/>
          </a:stretch>
        </p:blipFill>
        <p:spPr>
          <a:xfrm>
            <a:off x="7067973" y="2629087"/>
            <a:ext cx="1037166" cy="321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89E3D3-61BF-35C6-19B5-345A3CFE51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48" b="71141"/>
          <a:stretch>
            <a:fillRect/>
          </a:stretch>
        </p:blipFill>
        <p:spPr>
          <a:xfrm>
            <a:off x="1055667" y="351064"/>
            <a:ext cx="3402033" cy="9682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945BC6-B860-AB99-483D-36106CC68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48" b="71141"/>
          <a:stretch>
            <a:fillRect/>
          </a:stretch>
        </p:blipFill>
        <p:spPr>
          <a:xfrm>
            <a:off x="1055666" y="1332179"/>
            <a:ext cx="3402033" cy="968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FCE403-9BCE-DAE8-D22F-EEDE864853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48" b="71141"/>
          <a:stretch>
            <a:fillRect/>
          </a:stretch>
        </p:blipFill>
        <p:spPr>
          <a:xfrm>
            <a:off x="1055665" y="2300442"/>
            <a:ext cx="3402033" cy="9682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4D5B0E-B67C-7966-C52C-C539C34074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57" r="42048" b="19382"/>
          <a:stretch>
            <a:fillRect/>
          </a:stretch>
        </p:blipFill>
        <p:spPr>
          <a:xfrm>
            <a:off x="1044800" y="4640894"/>
            <a:ext cx="3402033" cy="9682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166D60-9057-0218-24CF-AF28AD9A9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57" r="42048" b="19382"/>
          <a:stretch>
            <a:fillRect/>
          </a:stretch>
        </p:blipFill>
        <p:spPr>
          <a:xfrm>
            <a:off x="1044801" y="5627831"/>
            <a:ext cx="3402033" cy="96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0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7D10BE-CED9-1051-C8E4-268143AFE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033" y="1351733"/>
            <a:ext cx="4319634" cy="43196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A11551-7472-9ADB-9453-AB92CB683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99" y="1351733"/>
            <a:ext cx="3683001" cy="413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7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D9E5CA-975C-9239-756F-E32696247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376" y="4564534"/>
            <a:ext cx="5812679" cy="20330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C47D92-0E6F-613E-0A1F-E38C8991133F}"/>
              </a:ext>
            </a:extLst>
          </p:cNvPr>
          <p:cNvSpPr txBox="1"/>
          <p:nvPr/>
        </p:nvSpPr>
        <p:spPr>
          <a:xfrm>
            <a:off x="3289815" y="428994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A113D89-BB1D-1838-0812-E14D62EED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591" y="403438"/>
            <a:ext cx="6297275" cy="39359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BB0DA53-89CC-7123-49EC-9F0BDE95AE50}"/>
              </a:ext>
            </a:extLst>
          </p:cNvPr>
          <p:cNvSpPr txBox="1"/>
          <p:nvPr/>
        </p:nvSpPr>
        <p:spPr>
          <a:xfrm>
            <a:off x="8717280" y="3241040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F44E72-E3D9-7EAD-2125-6BDD165DC820}"/>
              </a:ext>
            </a:extLst>
          </p:cNvPr>
          <p:cNvSpPr txBox="1"/>
          <p:nvPr/>
        </p:nvSpPr>
        <p:spPr>
          <a:xfrm>
            <a:off x="8984818" y="3356456"/>
            <a:ext cx="2391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DD1EC0-4600-6F08-7CC8-4E935DF54DEA}"/>
              </a:ext>
            </a:extLst>
          </p:cNvPr>
          <p:cNvSpPr txBox="1"/>
          <p:nvPr/>
        </p:nvSpPr>
        <p:spPr>
          <a:xfrm>
            <a:off x="8826408" y="3295628"/>
            <a:ext cx="3371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800" dirty="0"/>
              <a:t>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412965-32D2-BE11-887A-BAB25356E0EB}"/>
              </a:ext>
            </a:extLst>
          </p:cNvPr>
          <p:cNvSpPr txBox="1"/>
          <p:nvPr/>
        </p:nvSpPr>
        <p:spPr>
          <a:xfrm>
            <a:off x="3388591" y="538691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1339493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6802B4-F33B-A0A6-8CBA-18ECA4596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936" y="331963"/>
            <a:ext cx="6450127" cy="619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8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4EB6B6-884F-25B7-C6EB-9E852717D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16" y="3242732"/>
            <a:ext cx="2998017" cy="2998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0FB8E2-19FA-7936-3823-70612FC40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459" y="3242731"/>
            <a:ext cx="2569274" cy="2998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82A752-9A32-662F-4185-9A6118354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31" y="-849177"/>
            <a:ext cx="6180489" cy="353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1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7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Nicola Armelloni</dc:creator>
  <cp:lastModifiedBy>Enrico Nicola Armelloni</cp:lastModifiedBy>
  <cp:revision>6</cp:revision>
  <dcterms:created xsi:type="dcterms:W3CDTF">2026-03-06T14:24:09Z</dcterms:created>
  <dcterms:modified xsi:type="dcterms:W3CDTF">2026-03-27T19:34:42Z</dcterms:modified>
</cp:coreProperties>
</file>