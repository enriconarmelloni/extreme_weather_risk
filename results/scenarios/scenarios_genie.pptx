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5882A-FD0D-A26B-AD74-8695461340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51FC96-42F7-CF6F-A7FC-B9BCE28CA3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F684B-934B-2AC3-DFE9-2A7203860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2025-11-28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A16908-B0AB-30CD-6DAF-E4FF23F4A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DE0A60-748B-289A-AB02-2BDB0B3A2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22616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D4DD8-BA68-30C9-2859-E9D7F097C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D8976-9A6C-686D-6934-99A7882200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0A7E2-9D07-9ACF-1E3C-69B05A745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2025-11-28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F95EC-1CAC-85F2-11A7-CB3AA749F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889F9-CC15-339D-1788-D5677D6EA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73887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49728-FFBB-0A6D-5669-DA22FFA86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676943-CEEA-C7CA-AE07-6D5726DF8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3D321-7064-926B-8B8D-D4667D5B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2025-11-28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593D83-6696-A3B3-44E3-1B1B5395E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730F0-15C6-FF46-F8D1-6CF97FD7D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27031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2207-39D4-C4A3-E30E-6A807B37C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EAB7F-2B65-E588-74ED-E5E3E32169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91998-8F7C-FF63-73FC-1AA3B42E9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EEF74B-2FF4-376F-E763-7A5336C4B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2025-11-28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CACE29-83E0-E672-945E-424D8E51F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19B60-744C-55F8-CFF5-90F13FF6E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230444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15F7A-0CF1-6D84-DE24-4CC4880B1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BB8340-3E61-0A9E-2AA3-96DE93CA05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CDFD3C-62CC-5B2A-C453-0E06AAC48F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B5AD06-1527-D35D-8A9E-232D5FD4A8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78CF5-C36C-3E5A-821B-3885FC0C15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ED587E-8E52-7931-9B4D-B6ECBC4D2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2025-11-28</a:t>
            </a:fld>
            <a:endParaRPr lang="sv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4E6804-102D-DDE1-F2F5-156FB7FEB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649F8D-9E27-149C-27C8-3E721BF42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14413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E3B7C-F70C-797D-D222-277434436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FBCAC3-7702-CCFF-0CF8-2BF6500BF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2025-11-28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112C9-5D07-037E-2010-A24EA686E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31AD17-CAF0-95ED-8132-CE6AE519E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4547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B9B6F5-40AF-D516-EA7F-68DE17468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2025-11-28</a:t>
            </a:fld>
            <a:endParaRPr lang="sv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172DE7-92BC-3D5F-815D-1E8BC61A1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FCCDE-C337-408E-F671-EF6A59524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215083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AC221-281F-92EE-FECB-5EF21A3A4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C9800-31F0-7DB3-E697-960AFC5CA9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747CD3-242F-D1D7-6367-968EA1BF7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8959C-6353-E79E-5FA2-3F693C8BF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2025-11-28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F0140-F519-5C6A-4719-4FEE1F0A6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8E7359-F8DF-F680-685E-8B29B232B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508104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C97BE-43E8-2F7C-BD61-7DBBB8ABF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A2B21F-4539-245B-C617-3C409A4F00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B24BDF-30AA-D077-AAEC-375F7B2C35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0293B-C375-58BB-AC4D-D603D1CFC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2025-11-28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1FD5A0-903A-EB4A-1755-83D4CAF31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F7CF68-3269-2908-CC51-B750B243C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3827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D3EAE-A1BA-828F-5D10-F041292BC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B8309-3647-4503-ECA7-9F13DE7E7A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00D0B6-85BF-EC4D-6608-1268601BE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2025-11-28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B55C3-1EC3-CD80-E63A-9C8459AD0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0055D1-8A19-75B8-69E2-7966FC10D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02656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7C2A0E9-0D8B-383E-08BF-D9F8AF441E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3194DD-3A50-8CFA-7B5B-5CB4C3BC7A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C1F44B-3437-CA4F-A663-94DFB055A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B9380-D9C8-4A6F-988E-863DD0B42BDC}" type="datetimeFigureOut">
              <a:rPr lang="sv-SE" smtClean="0"/>
              <a:t>2025-11-28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82FC1-C768-BB53-71D6-291E75A4B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BB308E-BF1A-07B9-191A-B1E299B17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70228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9F9A42-FB95-6311-D2AA-CED90E8A2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F03BF5-EC9E-F264-858D-93664FF9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14362-839D-8A43-E1B5-53186D0090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EB9380-D9C8-4A6F-988E-863DD0B42BDC}" type="datetimeFigureOut">
              <a:rPr lang="sv-SE" smtClean="0"/>
              <a:t>2025-11-28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227C7-D92A-DA07-CD69-4191F1FB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643A5C-ECE7-EF93-6AB4-CD7B7E23A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5AE642-2DB1-4C8A-B2E5-3EE7D9C862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18522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02772-3B70-F94A-959A-93BBEE1616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63F8A5-69F6-D4DE-5765-4219074AAC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55155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CC8A6-5662-19C2-BE7B-33ABA4D03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5012CA8-C86B-4914-47F3-51534B8152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0"/>
          <a:stretch>
            <a:fillRect/>
          </a:stretch>
        </p:blipFill>
        <p:spPr>
          <a:xfrm>
            <a:off x="2951625" y="1972733"/>
            <a:ext cx="6153283" cy="4187296"/>
          </a:xfrm>
        </p:spPr>
      </p:pic>
    </p:spTree>
    <p:extLst>
      <p:ext uri="{BB962C8B-B14F-4D97-AF65-F5344CB8AC3E}">
        <p14:creationId xmlns:p14="http://schemas.microsoft.com/office/powerpoint/2010/main" val="2121836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A383470-6CEB-BFB4-E4F8-DA5CAB6D0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38100"/>
            <a:ext cx="9334500" cy="678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223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461714-7416-6C7F-6828-0B7725FFF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612" y="404812"/>
            <a:ext cx="8486775" cy="604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807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712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Enrico Nicola Armelloni</dc:creator>
  <cp:lastModifiedBy>Enrico Nicola Armelloni</cp:lastModifiedBy>
  <cp:revision>2</cp:revision>
  <dcterms:created xsi:type="dcterms:W3CDTF">2025-11-11T10:49:39Z</dcterms:created>
  <dcterms:modified xsi:type="dcterms:W3CDTF">2025-11-28T16:04:06Z</dcterms:modified>
</cp:coreProperties>
</file>