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882A-FD0D-A26B-AD74-869546134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1FC96-42F7-CF6F-A7FC-B9BCE28CA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F684B-934B-2AC3-DFE9-2A720386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16908-B0AB-30CD-6DAF-E4FF23F4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E0A60-748B-289A-AB02-2BDB0B3A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2616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4DD8-BA68-30C9-2859-E9D7F097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D8976-9A6C-686D-6934-99A788220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A7E2-9D07-9ACF-1E3C-69B05A74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F95EC-1CAC-85F2-11A7-CB3AA749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889F9-CC15-339D-1788-D5677D6E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388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9728-FFBB-0A6D-5669-DA22FFA8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76943-CEEA-C7CA-AE07-6D5726DF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3D321-7064-926B-8B8D-D4667D5B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93D83-6696-A3B3-44E3-1B1B5395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30F0-15C6-FF46-F8D1-6CF97FD7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703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2207-39D4-C4A3-E30E-6A807B37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AB7F-2B65-E588-74ED-E5E3E3216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91998-8F7C-FF63-73FC-1AA3B42E9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EF74B-2FF4-376F-E763-7A5336C4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ACE29-83E0-E672-945E-424D8E51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19B60-744C-55F8-CFF5-90F13FF6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044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5F7A-0CF1-6D84-DE24-4CC4880B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B8340-3E61-0A9E-2AA3-96DE93CA0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DFD3C-62CC-5B2A-C453-0E06AAC48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5AD06-1527-D35D-8A9E-232D5FD4A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78CF5-C36C-3E5A-821B-3885FC0C1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ED587E-8E52-7931-9B4D-B6ECBC4D2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E6804-102D-DDE1-F2F5-156FB7FE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49F8D-9E27-149C-27C8-3E721BF4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441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3B7C-F70C-797D-D222-27743443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BCAC3-7702-CCFF-0CF8-2BF6500B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112C9-5D07-037E-2010-A24EA686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1AD17-CAF0-95ED-8132-CE6AE519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54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9B6F5-40AF-D516-EA7F-68DE1746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72DE7-92BC-3D5F-815D-1E8BC61A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FCCDE-C337-408E-F671-EF6A5952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508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C221-281F-92EE-FECB-5EF21A3A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C9800-31F0-7DB3-E697-960AFC5CA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47CD3-242F-D1D7-6367-968EA1BF7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8959C-6353-E79E-5FA2-3F693C8B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F0140-F519-5C6A-4719-4FEE1F0A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E7359-F8DF-F680-685E-8B29B23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0810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97BE-43E8-2F7C-BD61-7DBBB8AB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2B21F-4539-245B-C617-3C409A4F0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4BDF-30AA-D077-AAEC-375F7B2C3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0293B-C375-58BB-AC4D-D603D1CF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FD5A0-903A-EB4A-1755-83D4CAF3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7CF68-3269-2908-CC51-B750B243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827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3EAE-A1BA-828F-5D10-F041292B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B8309-3647-4503-ECA7-9F13DE7E7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0D0B6-85BF-EC4D-6608-1268601B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55C3-1EC3-CD80-E63A-9C8459AD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055D1-8A19-75B8-69E2-7966FC10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0265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2A0E9-0D8B-383E-08BF-D9F8AF441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194DD-3A50-8CFA-7B5B-5CB4C3BC7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F44B-3437-CA4F-A663-94DFB055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2FC1-C768-BB53-71D6-291E75A4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308E-BF1A-07B9-191A-B1E299B1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0228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F9A42-FB95-6311-D2AA-CED90E8A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03BF5-EC9E-F264-858D-93664FF9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14362-839D-8A43-E1B5-53186D009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B9380-D9C8-4A6F-988E-863DD0B42BDC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227C7-D92A-DA07-CD69-4191F1FB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43A5C-ECE7-EF93-6AB4-CD7B7E23A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AE642-2DB1-4C8A-B2E5-3EE7D9C862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852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2772-3B70-F94A-959A-93BBEE1616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3F8A5-69F6-D4DE-5765-4219074AAC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515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383470-6CEB-BFB4-E4F8-DA5CAB6D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8100"/>
            <a:ext cx="93345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2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Nicola Armelloni</dc:creator>
  <cp:lastModifiedBy>Enrico Nicola Armelloni</cp:lastModifiedBy>
  <cp:revision>1</cp:revision>
  <dcterms:created xsi:type="dcterms:W3CDTF">2025-11-11T10:49:39Z</dcterms:created>
  <dcterms:modified xsi:type="dcterms:W3CDTF">2025-11-11T16:27:00Z</dcterms:modified>
</cp:coreProperties>
</file>