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9AF5-11D5-B15C-E8AD-5E19F135F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F81F0-D981-ACE8-2455-15B1F628D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B700B-1127-08E5-C17C-2F74091D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489A9-11E2-1B41-45F4-32B4D45E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AA1D0-EDB9-1887-CF9E-3A489EC3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459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7EAE-F879-8CAD-6B24-E9020DC9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AB98-94A2-89FC-6FD9-21BE9D8B0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EC961-23D2-7F57-BE31-9D12C0EE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5AE67-170B-ECAD-77E9-761FD85B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0BEC-4B04-0A39-16C0-AEC71881F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6685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045A-771F-F0B1-12C2-6BBC600C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3F19B-44E2-AA75-A530-FEC90B149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F5DEE-512D-245C-E031-220DEDC6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77868-49E7-2662-AA1D-729F2DCB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4733-409D-2982-61D2-84ECB212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6779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A20A-3ABF-E614-B274-BA015CFC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63C6-4E15-5F3D-4704-2C9140EFB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D7322-5E05-0E07-FD78-F1F2807E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7E549-BD9E-0E82-B1B8-BEC8E792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21AD4-D3BE-DC6B-9527-9F2970DC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5662D-B325-2FA4-CF22-85BFE78E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576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AC13-1E14-69CF-423F-2977C863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85892-7CCF-1EF7-039C-8D3A65CEB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8AB41-0221-B359-B437-A6B745F33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1348D-BE2B-A1B8-891C-C8C4A9406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95FC8-74FC-4B03-0FBC-3F2FE29BE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7C788-4C35-C857-F41A-25226CD9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1DDEE-85E9-0A1A-B4ED-DBDF66AA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5757A-5311-9D86-8411-13CE8B0C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508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704B-33CB-F311-281D-10DDE4F2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99F37-8530-E037-3982-A378D04C7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7F622-40B4-44E6-7978-B5A357CB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78E6B-EC86-DF18-1FAF-75EDF897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703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55F7B-D0DB-41CE-1FD4-5FC093DA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FFB68-D6E6-3B92-C3E2-A10B9F90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5E515-8047-6745-AB76-320352AF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621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BEFC-4A38-F69A-FBBD-52B2D98F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0CF8-B4F4-C41B-367F-71075B17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B8897-E4BB-BD27-4390-53BFE0326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ADF6-40DE-FA4E-A10D-EA88E93E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F168D-3B0E-1468-1AD0-CD0D634B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DD1CC-4513-D147-A719-0918AA96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891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F4A0-EF33-BC69-988E-5CC472E2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E396B-0B7A-5474-108F-6FBC1382F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AEEF7-B702-AFAF-AEB2-42C0DB816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9465F-15B4-52A4-EEA6-2FE123B3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BDBAD-6552-89B2-DF4C-AF4A3553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E7F5B-E195-B653-7C57-5ADC51F5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72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ECBF-AAB4-70C6-82CB-38A7F4F5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02EFC-C0A5-3C66-D86B-B6FD17D8A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4C201-56D5-4ACA-4D61-EC815958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F64ED-4918-D4AE-1BFB-CD900CD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3B8A-92A8-48AC-0FD2-135B2E37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262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53FA-CF1F-1E8B-E715-8C8559385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40D1A-E49C-A114-23D1-39DC753C4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A654A-5904-FD4A-1C41-E0250BEE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C5B1-0925-3FEA-AA5E-21A0347F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89BD0-7682-859D-E30B-47E194C5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2697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5C0BAE-FC3C-C742-0B50-9E1BAD9F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60F7D-7BC6-B599-468F-C38997A0D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5B6C8-9697-1D46-DD44-9006BB5DC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E9C63-260B-4223-8EF5-9D2EC5AD5E83}" type="datetimeFigureOut">
              <a:rPr lang="sv-SE" smtClean="0"/>
              <a:t>2026-04-01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7E344-E921-E10C-A9E2-ABCF90BD1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99C89-CD96-F9CA-828C-8850F6A9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7425C-8E33-45F3-9DA9-6BDCDECE0F9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94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A9DD-5005-6985-4C51-E0A8F917E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D4DC1-374D-BC35-A8DA-739EB6A27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967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5B1A-395F-F5DF-7D03-D20EA6E1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093C8-DD04-5EFB-913A-E5A8C05A9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437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D2A8B0-F430-82C3-8408-8CC2A4179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3" y="470604"/>
            <a:ext cx="7535327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9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E3F374-3B4D-EEC4-0AA6-0A8A34BC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542" y="321732"/>
            <a:ext cx="5544915" cy="50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4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DAC9A4-8FAE-2DB7-C83C-BE5D9EBC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470" y="0"/>
            <a:ext cx="6775534" cy="606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8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388C4-F1EF-E042-3477-E1956A5A7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67" y="173559"/>
            <a:ext cx="6861266" cy="614257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877141E-E20E-A402-2FC9-1A9C883D50DF}"/>
              </a:ext>
            </a:extLst>
          </p:cNvPr>
          <p:cNvSpPr/>
          <p:nvPr/>
        </p:nvSpPr>
        <p:spPr>
          <a:xfrm>
            <a:off x="6426201" y="270933"/>
            <a:ext cx="381000" cy="423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10706F-2C9F-027F-92C6-31F702E5C856}"/>
              </a:ext>
            </a:extLst>
          </p:cNvPr>
          <p:cNvCxnSpPr>
            <a:cxnSpLocks/>
          </p:cNvCxnSpPr>
          <p:nvPr/>
        </p:nvCxnSpPr>
        <p:spPr>
          <a:xfrm flipH="1">
            <a:off x="6807201" y="191248"/>
            <a:ext cx="589195" cy="1593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7DBE5C-EAF6-E485-007C-26C8107FCB7C}"/>
              </a:ext>
            </a:extLst>
          </p:cNvPr>
          <p:cNvSpPr txBox="1"/>
          <p:nvPr/>
        </p:nvSpPr>
        <p:spPr>
          <a:xfrm>
            <a:off x="7396396" y="6582"/>
            <a:ext cx="221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Update</a:t>
            </a:r>
            <a:r>
              <a:rPr lang="sv-SE" dirty="0"/>
              <a:t> </a:t>
            </a:r>
            <a:r>
              <a:rPr lang="sv-SE" dirty="0" err="1"/>
              <a:t>probabilities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0780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0D84F-8317-1D09-DD69-C6C3FB919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527" y="-76200"/>
            <a:ext cx="7487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8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6D89-E401-E897-1053-3C986CC6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EB41A-AA78-C76E-73A1-CAF55F58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892855"/>
            <a:ext cx="7192379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7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0B50-3830-D44B-2F3F-384CF2FD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87E57-240E-F98C-3F1F-30A24EDDE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471" y="2728815"/>
            <a:ext cx="400105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07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2B62-ABD8-96BE-480A-13158EBA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25B9C-860E-F5AC-49C7-FF20A0E4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68" y="1027906"/>
            <a:ext cx="10988932" cy="503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Nicola Armelloni</dc:creator>
  <cp:lastModifiedBy>Enrico Nicola Armelloni</cp:lastModifiedBy>
  <cp:revision>1</cp:revision>
  <dcterms:created xsi:type="dcterms:W3CDTF">2026-04-01T08:29:54Z</dcterms:created>
  <dcterms:modified xsi:type="dcterms:W3CDTF">2026-04-01T15:19:55Z</dcterms:modified>
</cp:coreProperties>
</file>